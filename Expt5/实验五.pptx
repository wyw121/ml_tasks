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65" r:id="rId6"/>
    <p:sldId id="266" r:id="rId7"/>
    <p:sldId id="270" r:id="rId8"/>
    <p:sldId id="267" r:id="rId9"/>
    <p:sldId id="271" r:id="rId10"/>
    <p:sldId id="268" r:id="rId11"/>
    <p:sldId id="269" r:id="rId12"/>
    <p:sldId id="2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7E891-0373-4A70-8F29-B488A8692A5D}" v="157" dt="2020-10-28T09:10:34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230" autoAdjust="0"/>
  </p:normalViewPr>
  <p:slideViewPr>
    <p:cSldViewPr snapToGrid="0">
      <p:cViewPr varScale="1">
        <p:scale>
          <a:sx n="65" d="100"/>
          <a:sy n="65" d="100"/>
        </p:scale>
        <p:origin x="133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3@okgo.site" userId="e481f60c-0459-499a-aad4-a8224057e9ae" providerId="ADAL" clId="{1C27E891-0373-4A70-8F29-B488A8692A5D}"/>
    <pc:docChg chg="undo custSel addSld modSld">
      <pc:chgData name="t3@okgo.site" userId="e481f60c-0459-499a-aad4-a8224057e9ae" providerId="ADAL" clId="{1C27E891-0373-4A70-8F29-B488A8692A5D}" dt="2020-10-28T09:14:48.513" v="575" actId="14100"/>
      <pc:docMkLst>
        <pc:docMk/>
      </pc:docMkLst>
      <pc:sldChg chg="addSp delSp modSp new mod">
        <pc:chgData name="t3@okgo.site" userId="e481f60c-0459-499a-aad4-a8224057e9ae" providerId="ADAL" clId="{1C27E891-0373-4A70-8F29-B488A8692A5D}" dt="2020-10-28T07:57:11.424" v="18" actId="1076"/>
        <pc:sldMkLst>
          <pc:docMk/>
          <pc:sldMk cId="741104383" sldId="256"/>
        </pc:sldMkLst>
        <pc:spChg chg="del">
          <ac:chgData name="t3@okgo.site" userId="e481f60c-0459-499a-aad4-a8224057e9ae" providerId="ADAL" clId="{1C27E891-0373-4A70-8F29-B488A8692A5D}" dt="2020-10-28T07:55:14.810" v="1" actId="478"/>
          <ac:spMkLst>
            <pc:docMk/>
            <pc:sldMk cId="741104383" sldId="256"/>
            <ac:spMk id="2" creationId="{1EB95C38-321B-48CC-8167-B664152010F0}"/>
          </ac:spMkLst>
        </pc:spChg>
        <pc:spChg chg="del">
          <ac:chgData name="t3@okgo.site" userId="e481f60c-0459-499a-aad4-a8224057e9ae" providerId="ADAL" clId="{1C27E891-0373-4A70-8F29-B488A8692A5D}" dt="2020-10-28T07:55:14.810" v="1" actId="478"/>
          <ac:spMkLst>
            <pc:docMk/>
            <pc:sldMk cId="741104383" sldId="256"/>
            <ac:spMk id="3" creationId="{15814CBA-02C5-485C-8300-7CDB7B1DF743}"/>
          </ac:spMkLst>
        </pc:spChg>
        <pc:spChg chg="add mod">
          <ac:chgData name="t3@okgo.site" userId="e481f60c-0459-499a-aad4-a8224057e9ae" providerId="ADAL" clId="{1C27E891-0373-4A70-8F29-B488A8692A5D}" dt="2020-10-28T07:57:11.424" v="18" actId="1076"/>
          <ac:spMkLst>
            <pc:docMk/>
            <pc:sldMk cId="741104383" sldId="256"/>
            <ac:spMk id="5" creationId="{2592DCFE-32E0-41A3-9276-BADA34A16DA1}"/>
          </ac:spMkLst>
        </pc:spChg>
      </pc:sldChg>
      <pc:sldChg chg="addSp delSp modSp new mod">
        <pc:chgData name="t3@okgo.site" userId="e481f60c-0459-499a-aad4-a8224057e9ae" providerId="ADAL" clId="{1C27E891-0373-4A70-8F29-B488A8692A5D}" dt="2020-10-28T08:01:36.990" v="186" actId="207"/>
        <pc:sldMkLst>
          <pc:docMk/>
          <pc:sldMk cId="1780126087" sldId="257"/>
        </pc:sldMkLst>
        <pc:spChg chg="del">
          <ac:chgData name="t3@okgo.site" userId="e481f60c-0459-499a-aad4-a8224057e9ae" providerId="ADAL" clId="{1C27E891-0373-4A70-8F29-B488A8692A5D}" dt="2020-10-28T07:57:32.079" v="22" actId="478"/>
          <ac:spMkLst>
            <pc:docMk/>
            <pc:sldMk cId="1780126087" sldId="257"/>
            <ac:spMk id="2" creationId="{E1C68567-2201-4323-B5F3-CF6A17D04AF3}"/>
          </ac:spMkLst>
        </pc:spChg>
        <pc:spChg chg="mod">
          <ac:chgData name="t3@okgo.site" userId="e481f60c-0459-499a-aad4-a8224057e9ae" providerId="ADAL" clId="{1C27E891-0373-4A70-8F29-B488A8692A5D}" dt="2020-10-28T07:57:53.467" v="27"/>
          <ac:spMkLst>
            <pc:docMk/>
            <pc:sldMk cId="1780126087" sldId="257"/>
            <ac:spMk id="3" creationId="{B1C1F97B-CCC5-43BD-9976-042EDCC009D2}"/>
          </ac:spMkLst>
        </pc:spChg>
        <pc:spChg chg="add mod">
          <ac:chgData name="t3@okgo.site" userId="e481f60c-0459-499a-aad4-a8224057e9ae" providerId="ADAL" clId="{1C27E891-0373-4A70-8F29-B488A8692A5D}" dt="2020-10-28T08:01:36.990" v="186" actId="207"/>
          <ac:spMkLst>
            <pc:docMk/>
            <pc:sldMk cId="1780126087" sldId="257"/>
            <ac:spMk id="7" creationId="{9B04E50C-B0AC-45DF-BE4E-4AD8843F5DE5}"/>
          </ac:spMkLst>
        </pc:spChg>
        <pc:picChg chg="add mod">
          <ac:chgData name="t3@okgo.site" userId="e481f60c-0459-499a-aad4-a8224057e9ae" providerId="ADAL" clId="{1C27E891-0373-4A70-8F29-B488A8692A5D}" dt="2020-10-28T07:58:57.800" v="29" actId="1076"/>
          <ac:picMkLst>
            <pc:docMk/>
            <pc:sldMk cId="1780126087" sldId="257"/>
            <ac:picMk id="5" creationId="{96304DDC-CB17-40C3-B3D5-8ADF8EF45A07}"/>
          </ac:picMkLst>
        </pc:picChg>
      </pc:sldChg>
      <pc:sldChg chg="addSp delSp modSp new mod modAnim">
        <pc:chgData name="t3@okgo.site" userId="e481f60c-0459-499a-aad4-a8224057e9ae" providerId="ADAL" clId="{1C27E891-0373-4A70-8F29-B488A8692A5D}" dt="2020-10-28T09:12:42.520" v="567" actId="1440"/>
        <pc:sldMkLst>
          <pc:docMk/>
          <pc:sldMk cId="2896243984" sldId="258"/>
        </pc:sldMkLst>
        <pc:spChg chg="add del mod">
          <ac:chgData name="t3@okgo.site" userId="e481f60c-0459-499a-aad4-a8224057e9ae" providerId="ADAL" clId="{1C27E891-0373-4A70-8F29-B488A8692A5D}" dt="2020-10-28T08:04:52.688" v="225" actId="1076"/>
          <ac:spMkLst>
            <pc:docMk/>
            <pc:sldMk cId="2896243984" sldId="258"/>
            <ac:spMk id="2" creationId="{3116F8AC-9195-42B8-9C1B-79CA92D703AE}"/>
          </ac:spMkLst>
        </pc:spChg>
        <pc:spChg chg="mod">
          <ac:chgData name="t3@okgo.site" userId="e481f60c-0459-499a-aad4-a8224057e9ae" providerId="ADAL" clId="{1C27E891-0373-4A70-8F29-B488A8692A5D}" dt="2020-10-28T08:51:14.926" v="420" actId="20577"/>
          <ac:spMkLst>
            <pc:docMk/>
            <pc:sldMk cId="2896243984" sldId="258"/>
            <ac:spMk id="3" creationId="{4A5EA53D-8341-4C4D-A05D-F6A44B1C3E62}"/>
          </ac:spMkLst>
        </pc:spChg>
        <pc:spChg chg="add mod">
          <ac:chgData name="t3@okgo.site" userId="e481f60c-0459-499a-aad4-a8224057e9ae" providerId="ADAL" clId="{1C27E891-0373-4A70-8F29-B488A8692A5D}" dt="2020-10-28T08:54:54.401" v="466" actId="1076"/>
          <ac:spMkLst>
            <pc:docMk/>
            <pc:sldMk cId="2896243984" sldId="258"/>
            <ac:spMk id="10" creationId="{27593A5E-7848-4478-B481-B5791ED6EB8D}"/>
          </ac:spMkLst>
        </pc:spChg>
        <pc:picChg chg="add mod">
          <ac:chgData name="t3@okgo.site" userId="e481f60c-0459-499a-aad4-a8224057e9ae" providerId="ADAL" clId="{1C27E891-0373-4A70-8F29-B488A8692A5D}" dt="2020-10-28T08:51:26.135" v="423" actId="1076"/>
          <ac:picMkLst>
            <pc:docMk/>
            <pc:sldMk cId="2896243984" sldId="258"/>
            <ac:picMk id="5" creationId="{B33B3467-0DF3-4EB7-A152-31E6FB9404B8}"/>
          </ac:picMkLst>
        </pc:picChg>
        <pc:picChg chg="add mod">
          <ac:chgData name="t3@okgo.site" userId="e481f60c-0459-499a-aad4-a8224057e9ae" providerId="ADAL" clId="{1C27E891-0373-4A70-8F29-B488A8692A5D}" dt="2020-10-28T08:51:29.096" v="424" actId="1076"/>
          <ac:picMkLst>
            <pc:docMk/>
            <pc:sldMk cId="2896243984" sldId="258"/>
            <ac:picMk id="7" creationId="{C234C6E1-6CFF-4230-9751-7F2D99A6ED9A}"/>
          </ac:picMkLst>
        </pc:picChg>
        <pc:picChg chg="add mod">
          <ac:chgData name="t3@okgo.site" userId="e481f60c-0459-499a-aad4-a8224057e9ae" providerId="ADAL" clId="{1C27E891-0373-4A70-8F29-B488A8692A5D}" dt="2020-10-28T09:12:42.520" v="567" actId="1440"/>
          <ac:picMkLst>
            <pc:docMk/>
            <pc:sldMk cId="2896243984" sldId="258"/>
            <ac:picMk id="9" creationId="{C479CB3D-E6FA-49AD-9ABC-C228A455A8A2}"/>
          </ac:picMkLst>
        </pc:picChg>
      </pc:sldChg>
      <pc:sldChg chg="addSp delSp modSp new mod">
        <pc:chgData name="t3@okgo.site" userId="e481f60c-0459-499a-aad4-a8224057e9ae" providerId="ADAL" clId="{1C27E891-0373-4A70-8F29-B488A8692A5D}" dt="2020-10-28T09:05:13.683" v="508" actId="1076"/>
        <pc:sldMkLst>
          <pc:docMk/>
          <pc:sldMk cId="2531224540" sldId="259"/>
        </pc:sldMkLst>
        <pc:spChg chg="mod">
          <ac:chgData name="t3@okgo.site" userId="e481f60c-0459-499a-aad4-a8224057e9ae" providerId="ADAL" clId="{1C27E891-0373-4A70-8F29-B488A8692A5D}" dt="2020-10-28T09:05:13.683" v="508" actId="1076"/>
          <ac:spMkLst>
            <pc:docMk/>
            <pc:sldMk cId="2531224540" sldId="259"/>
            <ac:spMk id="2" creationId="{4343753E-B962-4ABC-8743-92A9D8F1A2F8}"/>
          </ac:spMkLst>
        </pc:spChg>
        <pc:spChg chg="del">
          <ac:chgData name="t3@okgo.site" userId="e481f60c-0459-499a-aad4-a8224057e9ae" providerId="ADAL" clId="{1C27E891-0373-4A70-8F29-B488A8692A5D}" dt="2020-10-28T08:32:34.819" v="272" actId="478"/>
          <ac:spMkLst>
            <pc:docMk/>
            <pc:sldMk cId="2531224540" sldId="259"/>
            <ac:spMk id="3" creationId="{FA5CE37B-82CE-4051-B311-B926B2196BD6}"/>
          </ac:spMkLst>
        </pc:spChg>
        <pc:spChg chg="add mod">
          <ac:chgData name="t3@okgo.site" userId="e481f60c-0459-499a-aad4-a8224057e9ae" providerId="ADAL" clId="{1C27E891-0373-4A70-8F29-B488A8692A5D}" dt="2020-10-28T08:41:02.544" v="398" actId="14100"/>
          <ac:spMkLst>
            <pc:docMk/>
            <pc:sldMk cId="2531224540" sldId="259"/>
            <ac:spMk id="7" creationId="{25838409-6480-44AC-B067-30559CB262A6}"/>
          </ac:spMkLst>
        </pc:spChg>
        <pc:spChg chg="add mod">
          <ac:chgData name="t3@okgo.site" userId="e481f60c-0459-499a-aad4-a8224057e9ae" providerId="ADAL" clId="{1C27E891-0373-4A70-8F29-B488A8692A5D}" dt="2020-10-28T08:41:07.713" v="399" actId="14100"/>
          <ac:spMkLst>
            <pc:docMk/>
            <pc:sldMk cId="2531224540" sldId="259"/>
            <ac:spMk id="8" creationId="{FB514F24-B619-4362-B2C1-91FA9F293F2B}"/>
          </ac:spMkLst>
        </pc:spChg>
        <pc:spChg chg="add mod">
          <ac:chgData name="t3@okgo.site" userId="e481f60c-0459-499a-aad4-a8224057e9ae" providerId="ADAL" clId="{1C27E891-0373-4A70-8F29-B488A8692A5D}" dt="2020-10-28T08:58:10.896" v="482" actId="14100"/>
          <ac:spMkLst>
            <pc:docMk/>
            <pc:sldMk cId="2531224540" sldId="259"/>
            <ac:spMk id="9" creationId="{BE852307-1E30-435F-A7D3-F48DCF2FD753}"/>
          </ac:spMkLst>
        </pc:spChg>
        <pc:spChg chg="add mod">
          <ac:chgData name="t3@okgo.site" userId="e481f60c-0459-499a-aad4-a8224057e9ae" providerId="ADAL" clId="{1C27E891-0373-4A70-8F29-B488A8692A5D}" dt="2020-10-28T08:41:56.071" v="404" actId="1076"/>
          <ac:spMkLst>
            <pc:docMk/>
            <pc:sldMk cId="2531224540" sldId="259"/>
            <ac:spMk id="10" creationId="{3D15F660-9820-4AA7-A827-F0E0BBF35849}"/>
          </ac:spMkLst>
        </pc:spChg>
        <pc:spChg chg="add mod">
          <ac:chgData name="t3@okgo.site" userId="e481f60c-0459-499a-aad4-a8224057e9ae" providerId="ADAL" clId="{1C27E891-0373-4A70-8F29-B488A8692A5D}" dt="2020-10-28T08:58:13.568" v="483" actId="1076"/>
          <ac:spMkLst>
            <pc:docMk/>
            <pc:sldMk cId="2531224540" sldId="259"/>
            <ac:spMk id="16" creationId="{9376A6C8-6B41-4337-9F01-2139D97B944A}"/>
          </ac:spMkLst>
        </pc:spChg>
        <pc:grpChg chg="add del mod">
          <ac:chgData name="t3@okgo.site" userId="e481f60c-0459-499a-aad4-a8224057e9ae" providerId="ADAL" clId="{1C27E891-0373-4A70-8F29-B488A8692A5D}" dt="2020-10-28T08:41:30.707" v="400" actId="165"/>
          <ac:grpSpMkLst>
            <pc:docMk/>
            <pc:sldMk cId="2531224540" sldId="259"/>
            <ac:grpSpMk id="6" creationId="{85D68007-153F-4BAA-A37A-D87AC047EB79}"/>
          </ac:grpSpMkLst>
        </pc:grpChg>
        <pc:picChg chg="add mod ord">
          <ac:chgData name="t3@okgo.site" userId="e481f60c-0459-499a-aad4-a8224057e9ae" providerId="ADAL" clId="{1C27E891-0373-4A70-8F29-B488A8692A5D}" dt="2020-10-28T08:34:30.640" v="305" actId="1076"/>
          <ac:picMkLst>
            <pc:docMk/>
            <pc:sldMk cId="2531224540" sldId="259"/>
            <ac:picMk id="5" creationId="{79913D54-3585-4471-B3CC-86B361FADD15}"/>
          </ac:picMkLst>
        </pc:picChg>
        <pc:picChg chg="add mod topLvl">
          <ac:chgData name="t3@okgo.site" userId="e481f60c-0459-499a-aad4-a8224057e9ae" providerId="ADAL" clId="{1C27E891-0373-4A70-8F29-B488A8692A5D}" dt="2020-10-28T08:41:30.707" v="400" actId="165"/>
          <ac:picMkLst>
            <pc:docMk/>
            <pc:sldMk cId="2531224540" sldId="259"/>
            <ac:picMk id="1026" creationId="{BF2BA3D9-CD1F-4713-AC12-416850349E61}"/>
          </ac:picMkLst>
        </pc:picChg>
        <pc:picChg chg="add mod topLvl">
          <ac:chgData name="t3@okgo.site" userId="e481f60c-0459-499a-aad4-a8224057e9ae" providerId="ADAL" clId="{1C27E891-0373-4A70-8F29-B488A8692A5D}" dt="2020-10-28T08:41:34.319" v="401" actId="1076"/>
          <ac:picMkLst>
            <pc:docMk/>
            <pc:sldMk cId="2531224540" sldId="259"/>
            <ac:picMk id="1027" creationId="{52782F06-8614-4F73-953B-4159E3639FD2}"/>
          </ac:picMkLst>
        </pc:picChg>
        <pc:picChg chg="add mod">
          <ac:chgData name="t3@okgo.site" userId="e481f60c-0459-499a-aad4-a8224057e9ae" providerId="ADAL" clId="{1C27E891-0373-4A70-8F29-B488A8692A5D}" dt="2020-10-28T08:40:46.992" v="394" actId="732"/>
          <ac:picMkLst>
            <pc:docMk/>
            <pc:sldMk cId="2531224540" sldId="259"/>
            <ac:picMk id="1028" creationId="{48B7CC55-7532-43E5-BF53-4AF33418E62B}"/>
          </ac:picMkLst>
        </pc:picChg>
        <pc:picChg chg="add mod">
          <ac:chgData name="t3@okgo.site" userId="e481f60c-0459-499a-aad4-a8224057e9ae" providerId="ADAL" clId="{1C27E891-0373-4A70-8F29-B488A8692A5D}" dt="2020-10-28T08:35:50.959" v="318" actId="1076"/>
          <ac:picMkLst>
            <pc:docMk/>
            <pc:sldMk cId="2531224540" sldId="259"/>
            <ac:picMk id="1029" creationId="{2F493CFD-7AA8-4333-8B78-7539987FCF42}"/>
          </ac:picMkLst>
        </pc:picChg>
        <pc:picChg chg="add mod">
          <ac:chgData name="t3@okgo.site" userId="e481f60c-0459-499a-aad4-a8224057e9ae" providerId="ADAL" clId="{1C27E891-0373-4A70-8F29-B488A8692A5D}" dt="2020-10-28T08:35:46.807" v="317" actId="1076"/>
          <ac:picMkLst>
            <pc:docMk/>
            <pc:sldMk cId="2531224540" sldId="259"/>
            <ac:picMk id="1030" creationId="{10DB3539-1618-44E2-9AD7-5FBBDA289904}"/>
          </ac:picMkLst>
        </pc:picChg>
      </pc:sldChg>
      <pc:sldChg chg="addSp modSp new mod">
        <pc:chgData name="t3@okgo.site" userId="e481f60c-0459-499a-aad4-a8224057e9ae" providerId="ADAL" clId="{1C27E891-0373-4A70-8F29-B488A8692A5D}" dt="2020-10-28T09:14:48.513" v="575" actId="14100"/>
        <pc:sldMkLst>
          <pc:docMk/>
          <pc:sldMk cId="4214038327" sldId="260"/>
        </pc:sldMkLst>
        <pc:spChg chg="add mod">
          <ac:chgData name="t3@okgo.site" userId="e481f60c-0459-499a-aad4-a8224057e9ae" providerId="ADAL" clId="{1C27E891-0373-4A70-8F29-B488A8692A5D}" dt="2020-10-28T09:05:46.092" v="528"/>
          <ac:spMkLst>
            <pc:docMk/>
            <pc:sldMk cId="4214038327" sldId="260"/>
            <ac:spMk id="8" creationId="{A6AC695C-66E0-428F-A35C-851D02AA2C7F}"/>
          </ac:spMkLst>
        </pc:spChg>
        <pc:spChg chg="add">
          <ac:chgData name="t3@okgo.site" userId="e481f60c-0459-499a-aad4-a8224057e9ae" providerId="ADAL" clId="{1C27E891-0373-4A70-8F29-B488A8692A5D}" dt="2020-10-28T09:05:37.039" v="521" actId="22"/>
          <ac:spMkLst>
            <pc:docMk/>
            <pc:sldMk cId="4214038327" sldId="260"/>
            <ac:spMk id="10" creationId="{E794AF53-0091-47A3-AB60-7DEDC2869B87}"/>
          </ac:spMkLst>
        </pc:spChg>
        <pc:spChg chg="add mod">
          <ac:chgData name="t3@okgo.site" userId="e481f60c-0459-499a-aad4-a8224057e9ae" providerId="ADAL" clId="{1C27E891-0373-4A70-8F29-B488A8692A5D}" dt="2020-10-28T09:14:40.992" v="572" actId="1076"/>
          <ac:spMkLst>
            <pc:docMk/>
            <pc:sldMk cId="4214038327" sldId="260"/>
            <ac:spMk id="12" creationId="{0EC2AD38-A5D9-4CF9-B037-8E2E54513958}"/>
          </ac:spMkLst>
        </pc:spChg>
        <pc:spChg chg="add mod">
          <ac:chgData name="t3@okgo.site" userId="e481f60c-0459-499a-aad4-a8224057e9ae" providerId="ADAL" clId="{1C27E891-0373-4A70-8F29-B488A8692A5D}" dt="2020-10-28T09:14:48.513" v="575" actId="14100"/>
          <ac:spMkLst>
            <pc:docMk/>
            <pc:sldMk cId="4214038327" sldId="260"/>
            <ac:spMk id="14" creationId="{29A20340-25B4-4804-B2F2-3BC023DE917C}"/>
          </ac:spMkLst>
        </pc:spChg>
        <pc:picChg chg="add mod modCrop">
          <ac:chgData name="t3@okgo.site" userId="e481f60c-0459-499a-aad4-a8224057e9ae" providerId="ADAL" clId="{1C27E891-0373-4A70-8F29-B488A8692A5D}" dt="2020-10-28T09:05:39.757" v="523" actId="1076"/>
          <ac:picMkLst>
            <pc:docMk/>
            <pc:sldMk cId="4214038327" sldId="260"/>
            <ac:picMk id="5" creationId="{ED031BB5-CF8D-487A-8894-855CF2538E69}"/>
          </ac:picMkLst>
        </pc:picChg>
        <pc:picChg chg="add mod">
          <ac:chgData name="t3@okgo.site" userId="e481f60c-0459-499a-aad4-a8224057e9ae" providerId="ADAL" clId="{1C27E891-0373-4A70-8F29-B488A8692A5D}" dt="2020-10-28T09:05:10.880" v="506" actId="14100"/>
          <ac:picMkLst>
            <pc:docMk/>
            <pc:sldMk cId="4214038327" sldId="260"/>
            <ac:picMk id="7" creationId="{E03CA813-00A1-442F-AABE-5BD2CA4A57F6}"/>
          </ac:picMkLst>
        </pc:picChg>
      </pc:sldChg>
      <pc:sldChg chg="addSp delSp modSp new mod modAnim">
        <pc:chgData name="t3@okgo.site" userId="e481f60c-0459-499a-aad4-a8224057e9ae" providerId="ADAL" clId="{1C27E891-0373-4A70-8F29-B488A8692A5D}" dt="2020-10-28T09:07:41.501" v="541"/>
        <pc:sldMkLst>
          <pc:docMk/>
          <pc:sldMk cId="2557544452" sldId="261"/>
        </pc:sldMkLst>
        <pc:picChg chg="add mod modCrop">
          <ac:chgData name="t3@okgo.site" userId="e481f60c-0459-499a-aad4-a8224057e9ae" providerId="ADAL" clId="{1C27E891-0373-4A70-8F29-B488A8692A5D}" dt="2020-10-28T09:05:55.416" v="529" actId="1076"/>
          <ac:picMkLst>
            <pc:docMk/>
            <pc:sldMk cId="2557544452" sldId="261"/>
            <ac:picMk id="5" creationId="{F9433F8C-B6C5-441A-8227-360DA3742C7E}"/>
          </ac:picMkLst>
        </pc:picChg>
        <pc:picChg chg="add mod">
          <ac:chgData name="t3@okgo.site" userId="e481f60c-0459-499a-aad4-a8224057e9ae" providerId="ADAL" clId="{1C27E891-0373-4A70-8F29-B488A8692A5D}" dt="2020-10-28T09:06:08.544" v="532" actId="1440"/>
          <ac:picMkLst>
            <pc:docMk/>
            <pc:sldMk cId="2557544452" sldId="261"/>
            <ac:picMk id="7" creationId="{E4807593-68CD-4467-804C-70324516D87F}"/>
          </ac:picMkLst>
        </pc:picChg>
        <pc:picChg chg="add del">
          <ac:chgData name="t3@okgo.site" userId="e481f60c-0459-499a-aad4-a8224057e9ae" providerId="ADAL" clId="{1C27E891-0373-4A70-8F29-B488A8692A5D}" dt="2020-10-28T09:06:58.831" v="534" actId="22"/>
          <ac:picMkLst>
            <pc:docMk/>
            <pc:sldMk cId="2557544452" sldId="261"/>
            <ac:picMk id="9" creationId="{05BFB99C-FE9A-43F2-99B7-624FB519241C}"/>
          </ac:picMkLst>
        </pc:picChg>
        <pc:picChg chg="add mod">
          <ac:chgData name="t3@okgo.site" userId="e481f60c-0459-499a-aad4-a8224057e9ae" providerId="ADAL" clId="{1C27E891-0373-4A70-8F29-B488A8692A5D}" dt="2020-10-28T09:07:37.081" v="540" actId="1440"/>
          <ac:picMkLst>
            <pc:docMk/>
            <pc:sldMk cId="2557544452" sldId="261"/>
            <ac:picMk id="11" creationId="{003D6964-931A-41FD-9E0D-47E751C65173}"/>
          </ac:picMkLst>
        </pc:picChg>
      </pc:sldChg>
      <pc:sldChg chg="addSp delSp modSp new mod">
        <pc:chgData name="t3@okgo.site" userId="e481f60c-0459-499a-aad4-a8224057e9ae" providerId="ADAL" clId="{1C27E891-0373-4A70-8F29-B488A8692A5D}" dt="2020-10-28T09:09:48.872" v="564" actId="1076"/>
        <pc:sldMkLst>
          <pc:docMk/>
          <pc:sldMk cId="885291180" sldId="262"/>
        </pc:sldMkLst>
        <pc:spChg chg="del">
          <ac:chgData name="t3@okgo.site" userId="e481f60c-0459-499a-aad4-a8224057e9ae" providerId="ADAL" clId="{1C27E891-0373-4A70-8F29-B488A8692A5D}" dt="2020-10-28T09:09:24.105" v="555" actId="22"/>
          <ac:spMkLst>
            <pc:docMk/>
            <pc:sldMk cId="885291180" sldId="262"/>
            <ac:spMk id="3" creationId="{5A562190-DF5D-4802-858C-932AD68E3763}"/>
          </ac:spMkLst>
        </pc:spChg>
        <pc:spChg chg="add mod">
          <ac:chgData name="t3@okgo.site" userId="e481f60c-0459-499a-aad4-a8224057e9ae" providerId="ADAL" clId="{1C27E891-0373-4A70-8F29-B488A8692A5D}" dt="2020-10-28T09:09:15.284" v="554" actId="1582"/>
          <ac:spMkLst>
            <pc:docMk/>
            <pc:sldMk cId="885291180" sldId="262"/>
            <ac:spMk id="6" creationId="{564D76F1-2759-4CB8-B21B-5E9DC3773810}"/>
          </ac:spMkLst>
        </pc:spChg>
        <pc:picChg chg="add mod ord">
          <ac:chgData name="t3@okgo.site" userId="e481f60c-0459-499a-aad4-a8224057e9ae" providerId="ADAL" clId="{1C27E891-0373-4A70-8F29-B488A8692A5D}" dt="2020-10-28T09:09:39.632" v="562" actId="1076"/>
          <ac:picMkLst>
            <pc:docMk/>
            <pc:sldMk cId="885291180" sldId="262"/>
            <ac:picMk id="4" creationId="{373121E9-950A-4914-ABBA-6F01F272037B}"/>
          </ac:picMkLst>
        </pc:picChg>
        <pc:picChg chg="add mod">
          <ac:chgData name="t3@okgo.site" userId="e481f60c-0459-499a-aad4-a8224057e9ae" providerId="ADAL" clId="{1C27E891-0373-4A70-8F29-B488A8692A5D}" dt="2020-10-28T09:09:38.166" v="561" actId="1076"/>
          <ac:picMkLst>
            <pc:docMk/>
            <pc:sldMk cId="885291180" sldId="262"/>
            <ac:picMk id="7" creationId="{41F7C745-A9D0-44F9-990B-E5D5EDC1120D}"/>
          </ac:picMkLst>
        </pc:picChg>
        <pc:picChg chg="add mod">
          <ac:chgData name="t3@okgo.site" userId="e481f60c-0459-499a-aad4-a8224057e9ae" providerId="ADAL" clId="{1C27E891-0373-4A70-8F29-B488A8692A5D}" dt="2020-10-28T09:09:48.872" v="564" actId="1076"/>
          <ac:picMkLst>
            <pc:docMk/>
            <pc:sldMk cId="885291180" sldId="262"/>
            <ac:picMk id="9" creationId="{69857788-4984-4FC3-8847-19AEF1608E01}"/>
          </ac:picMkLst>
        </pc:picChg>
        <pc:picChg chg="add mod">
          <ac:chgData name="t3@okgo.site" userId="e481f60c-0459-499a-aad4-a8224057e9ae" providerId="ADAL" clId="{1C27E891-0373-4A70-8F29-B488A8692A5D}" dt="2020-10-28T09:08:42.367" v="547" actId="1076"/>
          <ac:picMkLst>
            <pc:docMk/>
            <pc:sldMk cId="885291180" sldId="262"/>
            <ac:picMk id="2050" creationId="{A451CCC1-0F95-43B1-BE87-4AD720F5AB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B8800-3E23-476B-8963-C26F1FF1E2C3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F3E70-AB66-4478-B841-651EE1E33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4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</a:t>
            </a:r>
            <a:r>
              <a:rPr lang="en-US" altLang="zh-CN" dirty="0"/>
              <a:t>h5py</a:t>
            </a:r>
            <a:r>
              <a:rPr lang="zh-CN" altLang="en-US" dirty="0"/>
              <a:t>之外，其他包在之前的实验都已经安装过了。</a:t>
            </a:r>
            <a:r>
              <a:rPr lang="en-US" altLang="zh-CN" dirty="0"/>
              <a:t>H5py</a:t>
            </a:r>
            <a:r>
              <a:rPr lang="zh-CN" altLang="en-US" dirty="0"/>
              <a:t>可以按照上一节课的</a:t>
            </a:r>
            <a:r>
              <a:rPr lang="en-US" altLang="zh-CN" dirty="0"/>
              <a:t>PPT</a:t>
            </a:r>
            <a:r>
              <a:rPr lang="zh-CN" altLang="en-US" dirty="0"/>
              <a:t>中安装包的方法，在</a:t>
            </a:r>
            <a:r>
              <a:rPr lang="en-US" altLang="zh-CN" dirty="0" err="1"/>
              <a:t>pycharm</a:t>
            </a:r>
            <a:r>
              <a:rPr lang="zh-CN" altLang="en-US" dirty="0"/>
              <a:t>安装。</a:t>
            </a:r>
            <a:endParaRPr lang="en-US" altLang="zh-CN" dirty="0"/>
          </a:p>
          <a:p>
            <a:r>
              <a:rPr lang="zh-CN" altLang="en-US" dirty="0"/>
              <a:t>数据集依然是手写字体数据集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596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将一些后面会用到的神经网络参数设定好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5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准备工作的最后一步，编写绘制图像的辅助函数，与专门绘制错误分类图像的辅助函数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469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Keras</a:t>
            </a:r>
            <a:r>
              <a:rPr lang="en-US" altLang="zh-CN" dirty="0"/>
              <a:t> API </a:t>
            </a:r>
            <a:r>
              <a:rPr lang="zh-CN" altLang="en-US" dirty="0"/>
              <a:t>提供两种构建神经网络的模式，最简单是顺序模型，它只允许按照顺序添加图层。</a:t>
            </a:r>
            <a:endParaRPr lang="en-US" altLang="zh-CN" dirty="0"/>
          </a:p>
          <a:p>
            <a:r>
              <a:rPr lang="zh-CN" altLang="en-US" dirty="0"/>
              <a:t>按照上一次实验的经验，我们设置好输入层，卷积层以及激活函数。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204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当我们把优化器，损失函数，性能指标定义好了，模型编译就算完成了。</a:t>
            </a:r>
            <a:endParaRPr lang="en-US" altLang="zh-CN" dirty="0"/>
          </a:p>
          <a:p>
            <a:r>
              <a:rPr lang="zh-CN" altLang="en-US" dirty="0"/>
              <a:t>我们对数据也要进行处理，将训练集与测试集由</a:t>
            </a:r>
            <a:r>
              <a:rPr lang="en-US" altLang="zh-CN" dirty="0"/>
              <a:t>28</a:t>
            </a:r>
            <a:r>
              <a:rPr lang="zh-CN" altLang="en-US" dirty="0"/>
              <a:t>*</a:t>
            </a:r>
            <a:r>
              <a:rPr lang="en-US" altLang="zh-CN" dirty="0"/>
              <a:t>28</a:t>
            </a:r>
            <a:r>
              <a:rPr lang="zh-CN" altLang="en-US" dirty="0"/>
              <a:t>摊平成</a:t>
            </a:r>
            <a:r>
              <a:rPr lang="en-US" altLang="zh-CN" dirty="0"/>
              <a:t>784</a:t>
            </a:r>
            <a:r>
              <a:rPr lang="zh-CN" altLang="en-US" dirty="0"/>
              <a:t>维和归一化操作。</a:t>
            </a:r>
            <a:endParaRPr lang="en-US" altLang="zh-CN" dirty="0"/>
          </a:p>
          <a:p>
            <a:r>
              <a:rPr lang="zh-CN" altLang="en-US" dirty="0"/>
              <a:t>然后就可以调用</a:t>
            </a:r>
            <a:r>
              <a:rPr lang="en-US" altLang="zh-CN" dirty="0"/>
              <a:t>fit</a:t>
            </a:r>
            <a:r>
              <a:rPr lang="zh-CN" altLang="en-US" dirty="0"/>
              <a:t>函数进行训练</a:t>
            </a:r>
            <a:endParaRPr lang="en-US" altLang="zh-CN" dirty="0"/>
          </a:p>
          <a:p>
            <a:r>
              <a:rPr lang="zh-CN" altLang="en-US" dirty="0"/>
              <a:t>现在模型已经经过训练，我们可以在测试集上，测试它的性能。</a:t>
            </a:r>
            <a:endParaRPr lang="en-US" altLang="zh-CN" dirty="0"/>
          </a:p>
          <a:p>
            <a:r>
              <a:rPr lang="zh-CN" altLang="en-US" dirty="0"/>
              <a:t>我们还可以用训练好的模型进行预测，这里我们只是使用测试集前九张图像。是通过调用</a:t>
            </a:r>
            <a:r>
              <a:rPr lang="en-US" altLang="zh-CN" dirty="0"/>
              <a:t>predict</a:t>
            </a:r>
            <a:r>
              <a:rPr lang="zh-CN" altLang="en-US" dirty="0"/>
              <a:t>（）函数进行预测</a:t>
            </a:r>
            <a:endParaRPr lang="en-US" altLang="zh-CN" dirty="0"/>
          </a:p>
          <a:p>
            <a:r>
              <a:rPr lang="zh-CN" altLang="en-US" dirty="0"/>
              <a:t>然后调用之前写好的</a:t>
            </a:r>
            <a:r>
              <a:rPr lang="en-US" altLang="zh-CN" dirty="0" err="1"/>
              <a:t>plot_images</a:t>
            </a:r>
            <a:r>
              <a:rPr lang="zh-CN" altLang="en-US" dirty="0"/>
              <a:t>将结果显示出来，以及将错误分类的结果显示出来。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252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kern="100" dirty="0" err="1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Keras</a:t>
            </a:r>
            <a:r>
              <a:rPr lang="en-US" altLang="zh-CN" sz="1800" kern="100" dirty="0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API</a:t>
            </a:r>
            <a:r>
              <a:rPr lang="zh-CN" altLang="zh-CN" sz="1800" kern="100" dirty="0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还可用于使用功能模型构建更复杂的网络。</a:t>
            </a:r>
            <a:endParaRPr lang="en-US" altLang="zh-CN" sz="1800" kern="100" dirty="0">
              <a:solidFill>
                <a:srgbClr val="1A1A1A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如下是</a:t>
            </a:r>
            <a:r>
              <a:rPr lang="en-US" altLang="zh-CN" sz="1800" kern="100" dirty="0" err="1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Keras</a:t>
            </a:r>
            <a:r>
              <a:rPr lang="zh-CN" altLang="zh-CN" sz="1800" kern="100" dirty="0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配置功能模型</a:t>
            </a:r>
            <a:r>
              <a:rPr lang="zh-CN" altLang="en-US" sz="1800" kern="100" dirty="0">
                <a:solidFill>
                  <a:srgbClr val="1A1A1A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的代码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09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利用我们刚才创建的模型，并把模型赋值给</a:t>
            </a:r>
            <a:r>
              <a:rPr lang="en-US" altLang="zh-CN" dirty="0"/>
              <a:t>model2</a:t>
            </a:r>
          </a:p>
          <a:p>
            <a:r>
              <a:rPr lang="zh-CN" altLang="en-US" dirty="0"/>
              <a:t>在模型编译时，优化器我们这里选择</a:t>
            </a:r>
            <a:r>
              <a:rPr lang="en-US" altLang="zh-CN" dirty="0" err="1"/>
              <a:t>rmsprop</a:t>
            </a:r>
            <a:r>
              <a:rPr lang="zh-CN" altLang="en-US" dirty="0"/>
              <a:t>，损失函数与新能指标还是与序列模型一样。</a:t>
            </a:r>
            <a:endParaRPr lang="en-US" altLang="zh-CN" dirty="0"/>
          </a:p>
          <a:p>
            <a:r>
              <a:rPr lang="zh-CN" altLang="en-US" dirty="0"/>
              <a:t>调用我们上一个模型中已经处理好的训练集数据进行训练、评估、预测，结果展示，错误图像展示。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476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当我们训练好模型之后，可以先设定好保存地址，调用</a:t>
            </a:r>
            <a:r>
              <a:rPr lang="en-US" altLang="zh-CN" dirty="0"/>
              <a:t>.save()</a:t>
            </a:r>
            <a:r>
              <a:rPr lang="zh-CN" altLang="en-US" dirty="0"/>
              <a:t>方法保存模型。</a:t>
            </a:r>
            <a:endParaRPr lang="en-US" altLang="zh-CN" dirty="0"/>
          </a:p>
          <a:p>
            <a:r>
              <a:rPr lang="zh-CN" altLang="en-US" dirty="0"/>
              <a:t>在我们需要它的时候再通过</a:t>
            </a:r>
            <a:r>
              <a:rPr lang="en-US" altLang="zh-CN" dirty="0" err="1"/>
              <a:t>load_model</a:t>
            </a:r>
            <a:r>
              <a:rPr lang="zh-CN" altLang="en-US" dirty="0"/>
              <a:t>方法加载进来，然后再进行预测、评估等等操作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823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dirty="0"/>
              <a:t>在实验</a:t>
            </a:r>
            <a:r>
              <a:rPr lang="en-US" altLang="zh-CN" sz="1100" dirty="0"/>
              <a:t>3</a:t>
            </a:r>
            <a:r>
              <a:rPr lang="zh-CN" altLang="en-US" sz="1100" dirty="0"/>
              <a:t>的时候我们曾经研究过不同值的权重，同学们回顾一下当时编写的函数来完成绘制卷积权重的辅助函数。</a:t>
            </a:r>
            <a:endParaRPr lang="en-US" altLang="zh-CN" sz="1100" dirty="0"/>
          </a:p>
          <a:p>
            <a:r>
              <a:rPr lang="en-US" altLang="zh-CN" sz="1100" dirty="0" err="1"/>
              <a:t>Keras</a:t>
            </a:r>
            <a:r>
              <a:rPr lang="zh-CN" altLang="en-US" sz="1100" dirty="0"/>
              <a:t>可以通过调用</a:t>
            </a:r>
            <a:r>
              <a:rPr lang="en-US" altLang="zh-CN" sz="1100" dirty="0"/>
              <a:t>.summary</a:t>
            </a:r>
            <a:r>
              <a:rPr lang="zh-CN" altLang="en-US" sz="1100" dirty="0"/>
              <a:t>方法列出模型中的图层。这里我们将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并把输入层赋值给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layer_input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，第一层卷积层赋值给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layer_conv1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，第二层卷积层辅助给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layer_conv2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</a:t>
            </a:r>
            <a:endParaRPr lang="en-US" altLang="zh-CN" sz="16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有了层之后，我们可以通过调用</a:t>
            </a:r>
            <a:r>
              <a:rPr lang="en-US" altLang="zh-CN" sz="16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layer.get_weights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()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获取各层权重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然后再通过</a:t>
            </a:r>
            <a:r>
              <a:rPr lang="en-US" altLang="zh-CN" sz="16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plot_conv_weights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函数来绘制权重图。</a:t>
            </a:r>
            <a:endParaRPr lang="en-US" altLang="zh-CN" sz="16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en-US" sz="1100" dirty="0"/>
              <a:t>在这里我们仿照实验</a:t>
            </a:r>
            <a:r>
              <a:rPr lang="en-US" altLang="zh-CN" sz="1100" dirty="0"/>
              <a:t>3</a:t>
            </a:r>
            <a:r>
              <a:rPr lang="zh-CN" altLang="en-US" sz="1100" dirty="0"/>
              <a:t>，完成卷积层输出函数与画图函数。</a:t>
            </a:r>
            <a:endParaRPr lang="en-US" altLang="zh-CN" sz="1100" dirty="0"/>
          </a:p>
          <a:p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在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Keras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模型中有不同的方法来获取图层的输出。方法一是使用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 K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函数将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Keras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模型的一部分转换为函数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，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（参数分别是输入层的输入和卷积层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1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的输出），并赋值给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output_conv1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</a:t>
            </a:r>
            <a:endParaRPr lang="en-US" altLang="zh-CN" sz="16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output_conv1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函数的输入是一张图片，用图片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image1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输入到函数中，并取返回的第一个维度的值给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layer_output1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。查看一下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layer_output1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的形状。</a:t>
            </a:r>
            <a:endParaRPr lang="en-US" altLang="zh-CN" sz="16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最后，我们可以绘制卷积层的所有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16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个通道的输出。请使用</a:t>
            </a:r>
            <a:r>
              <a:rPr lang="en-US" altLang="zh-CN" sz="16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plot_conv_output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函数绘制卷积层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的输出</a:t>
            </a:r>
            <a:endParaRPr lang="en-US" altLang="zh-CN" sz="16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endParaRPr lang="en-US" altLang="zh-CN" sz="16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Keras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还有另一种获取模型内层输出的方法。该方法使用与原始模型相同的输入创建另一个功能模型，但输出现在取自我们感兴趣的卷积层（即卷积层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的输出）。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请使用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Model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函数来获取图层输出（参数分别是输入层的输入和卷积层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的输出），并赋值给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output_conv2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</a:t>
            </a:r>
            <a:endParaRPr lang="en-US" altLang="zh-CN" sz="16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为了得到卷积层的输出，我们通过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output_conv2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调用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predict()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</a:t>
            </a:r>
            <a:endParaRPr lang="en-US" altLang="zh-CN" sz="1600" kern="100" dirty="0">
              <a:solidFill>
                <a:srgbClr val="000000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使用</a:t>
            </a:r>
            <a:r>
              <a:rPr lang="en-US" altLang="zh-CN" sz="1600" kern="10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plot_conv_output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函数绘制卷积层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2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的输出</a:t>
            </a:r>
            <a:endParaRPr lang="zh-CN" altLang="en-US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F3E70-AB66-4478-B841-651EE1E33B6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83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1576C-4A27-41A7-8E9C-474646115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8BA592-6F75-409F-A513-003017187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92C14-BE6F-45BD-BAED-0398ABB9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47022-D115-49EC-A6A2-BC39D094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D5F26-57A8-4E8E-9CEB-053A1800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0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B1181-24CD-4DEE-A94F-5065F3D9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23117-19E3-48F9-AFE4-023D0A59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C964C7-D681-4BFA-B12C-7459F3E2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CC8E7-B781-4C67-80FD-FA4A447D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C4BC4-A51A-4095-ADD4-4E98F721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69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BB51D-C18E-448B-8D9B-0A4DF402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15BD50-882C-4F64-9306-789C03D00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A844FE-2703-4270-9A84-C2B52CFB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98D9-6889-468A-B183-4D587841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BD83C-0683-45AD-A979-FF0C1EC6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78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F6237-A6CE-44EF-B1ED-F9BE05C2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C0A6F-2118-4CAA-91D3-29AB18A8E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9929CF-10BE-4321-A0B0-739F1C420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1FE1BD-0DEB-48DA-8449-62C78112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AE025C-2476-4397-AB59-8A93C18C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E149BF-F357-4F65-9389-99E76A3F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86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3180-A772-48E3-8C80-825D63E8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6DC5DD-463E-41B3-BC1F-413148EA2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757324-02D2-4CE8-8EA6-2B39EE27B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75A6CE-C07F-4922-8789-690F34492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CE264D-0F6D-49F6-A7C4-E07CED574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DFCCCF-79E9-479D-9D82-3E7AC631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E32418-3481-422F-A42B-66E645EF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C1AE3-B0D5-45EF-8750-51415F1F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22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0CD68-79EB-4ACF-AF76-942689F5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D1AA4B-61A2-4628-98D0-234C24F0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E19FB9-A5A1-47A4-968A-1F9925F7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36A012-0D7D-487C-BC03-9B8EDDFE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8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121635-583E-4B98-BFA5-6657B2A3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68707B-A4F7-4BC9-BD05-E74D86EF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5B398C-C230-438E-83FC-56B3ACB1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14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F8C29-C7C3-499F-ACA2-7641A43F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581F-59F8-4626-BA2F-066E43523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ED664D-52F5-4F3C-A1C1-7FF3D7208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5DEEF5-4F5E-4261-AE0A-184B0C36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D0AF8C-EE32-4A33-87CE-55433B1B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320696-908D-425F-8693-94C818BA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10005-A520-4904-B1CF-E26D6E42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AB4840-6141-46D0-876C-4F9398E48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1ED11F-8A71-4DD3-8CD3-61751B82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92B299-17F0-4B65-9C5B-F69CE0F2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3D87DE-452B-42F9-9064-1659BA4D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D4D705-91C8-4341-B3F0-5C91DADA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19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0DB24-0A6F-491D-A760-13508B95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F29D6-E5A1-4FC5-BFDD-8393E298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16CFA-A2FD-4A83-B326-264FBEAD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517DF-55FA-4028-9F1E-502DFD1D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B3472-5992-4658-A623-7D9F80D9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98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F1C01E-9012-4DC2-B650-88BE7FD82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72F037-4963-4B4C-8320-E56CE6324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098C6-4223-466D-B680-EC2BBD61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D8B11-2CCA-4747-B833-1F12210D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6DF2C-E729-4637-AC67-92A2CF86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C11060-1B43-4CE7-B440-3909E12E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1CED9-AE36-46E0-B4B9-AE92798FF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8B132-C16B-434F-92B1-636148158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15C5C-E9F9-4C08-858B-1ABE8CCFD97F}" type="datetimeFigureOut">
              <a:rPr lang="zh-CN" altLang="en-US" smtClean="0"/>
              <a:t>2020/11/23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86C49-870A-42AA-B033-57FACCD9C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F2C5C-C9A8-43EB-A49A-F63A8D2A3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3186F-D9BD-4585-B692-2A872073B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86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FE1AD3-B2BC-4567-8B4A-DCB8F9080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70A28E-4FD8-4474-A206-E15B5EB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1"/>
            <a:ext cx="12188952" cy="521767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DE75AAD-F4A4-4ED2-9A2F-B2412F936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2759"/>
          <a:stretch/>
        </p:blipFill>
        <p:spPr>
          <a:xfrm flipV="1">
            <a:off x="2" y="0"/>
            <a:ext cx="12191999" cy="2235323"/>
          </a:xfrm>
          <a:custGeom>
            <a:avLst/>
            <a:gdLst>
              <a:gd name="connsiteX0" fmla="*/ 0 w 12191999"/>
              <a:gd name="connsiteY0" fmla="*/ 2235323 h 2235323"/>
              <a:gd name="connsiteX1" fmla="*/ 12191999 w 12191999"/>
              <a:gd name="connsiteY1" fmla="*/ 2235323 h 2235323"/>
              <a:gd name="connsiteX2" fmla="*/ 12191999 w 12191999"/>
              <a:gd name="connsiteY2" fmla="*/ 0 h 2235323"/>
              <a:gd name="connsiteX3" fmla="*/ 0 w 12191999"/>
              <a:gd name="connsiteY3" fmla="*/ 0 h 223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235323">
                <a:moveTo>
                  <a:pt x="0" y="2235323"/>
                </a:moveTo>
                <a:lnTo>
                  <a:pt x="12191999" y="2235323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592DCFE-32E0-41A3-9276-BADA34A16DA1}"/>
              </a:ext>
            </a:extLst>
          </p:cNvPr>
          <p:cNvSpPr txBox="1"/>
          <p:nvPr/>
        </p:nvSpPr>
        <p:spPr>
          <a:xfrm>
            <a:off x="753925" y="1601735"/>
            <a:ext cx="11279190" cy="19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4800" b="1" kern="1200" dirty="0">
                <a:solidFill>
                  <a:srgbClr val="FFFF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实验</a:t>
            </a:r>
            <a:r>
              <a:rPr lang="zh-CN" altLang="en-US" sz="4800" b="1" kern="1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五</a:t>
            </a:r>
            <a:r>
              <a:rPr lang="en-US" altLang="zh-CN" sz="4800" b="1" kern="1200" dirty="0">
                <a:solidFill>
                  <a:srgbClr val="FFFF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 </a:t>
            </a:r>
            <a:r>
              <a:rPr lang="zh-CN" altLang="en-US" sz="4800" kern="1200" dirty="0">
                <a:solidFill>
                  <a:srgbClr val="FFFF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基于</a:t>
            </a:r>
            <a:r>
              <a:rPr lang="en-US" altLang="zh-CN" sz="4800" kern="1200" dirty="0" err="1">
                <a:solidFill>
                  <a:srgbClr val="FFFF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Keras</a:t>
            </a:r>
            <a:r>
              <a:rPr lang="zh-CN" altLang="en-US" sz="4800" kern="1200" dirty="0">
                <a:solidFill>
                  <a:srgbClr val="FFFF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卷积神经网络实现</a:t>
            </a:r>
            <a:endParaRPr lang="en-US" altLang="zh-CN" sz="4800" kern="1200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A20CE0B-92EC-45FD-8F68-38003D6D8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586080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4110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97" y="1000227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准备工作</a:t>
            </a:r>
            <a:endParaRPr lang="zh-CN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序列模型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功能模型</a:t>
            </a:r>
            <a:endParaRPr lang="en-US" altLang="zh-CN" sz="1800" b="1" kern="1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保存和加载模型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权重和输出的可视化</a:t>
            </a:r>
            <a:endParaRPr lang="zh-CN" altLang="zh-CN" sz="180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849E1F-F7BC-424B-A072-EACEE7B549D4}"/>
              </a:ext>
            </a:extLst>
          </p:cNvPr>
          <p:cNvSpPr txBox="1"/>
          <p:nvPr/>
        </p:nvSpPr>
        <p:spPr>
          <a:xfrm>
            <a:off x="145138" y="64183"/>
            <a:ext cx="8066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zh-CN" altLang="en-US" sz="2800" b="1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  <a:cs typeface="宋体" panose="02010600030101010101" pitchFamily="2" charset="-122"/>
              </a:rPr>
              <a:t>五</a:t>
            </a:r>
            <a:r>
              <a:rPr lang="zh-CN" altLang="zh-CN" sz="2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    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800" dirty="0" err="1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Keras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卷积神经网络实现</a:t>
            </a:r>
            <a:endParaRPr lang="zh-CN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012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准备工作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导入包与数据集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8F3C43-E0F2-4CD5-988F-7229803BA5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00"/>
          <a:stretch/>
        </p:blipFill>
        <p:spPr>
          <a:xfrm>
            <a:off x="736723" y="783119"/>
            <a:ext cx="10718553" cy="39493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2301CC-CE71-4A5B-9582-D470D315D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23" y="5040854"/>
            <a:ext cx="7843027" cy="11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3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准备工作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配置神经网络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C65C40-D1CA-45E0-B252-4A7C99986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148" y="2422681"/>
            <a:ext cx="7611703" cy="201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5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准备工作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绘制图像的辅助函数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绘制错误分类图像的辅助函数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4BD537-5BF2-4E09-B8A5-A7ED831F7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73" y="509828"/>
            <a:ext cx="8230230" cy="41716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D71BCF-7863-47AA-BDC4-9A1B7E13D1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086"/>
          <a:stretch/>
        </p:blipFill>
        <p:spPr>
          <a:xfrm>
            <a:off x="691373" y="4861166"/>
            <a:ext cx="10490787" cy="194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1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序列模型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模型框架定义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模型编译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训练模型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评估模型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预测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错误分类图片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E580CF-4968-4A34-908C-C12E3F0F9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4" y="557370"/>
            <a:ext cx="10030795" cy="60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2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序列模型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模型框架定义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模型编译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训练模型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评估模型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预测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错误分类图片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E421964-7876-43E2-A059-E2248A8AC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530250"/>
            <a:ext cx="10015904" cy="621866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F2496CB-9F20-41BE-87FB-090282D69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235" y="1381856"/>
            <a:ext cx="6786196" cy="473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4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功能模型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模型框架定义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模型编译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训练模型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错误分类图片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90B620-5F09-4B30-B7EF-AD7C300CE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46"/>
          <a:stretch/>
        </p:blipFill>
        <p:spPr>
          <a:xfrm>
            <a:off x="1345824" y="545646"/>
            <a:ext cx="9500352" cy="625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7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功能模型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模型框架定义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模型编译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训练模型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错误分类图片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F29949-ACC1-4B44-837B-002072A20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16" y="1005664"/>
            <a:ext cx="9930546" cy="531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9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保存和加载模型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保存</a:t>
            </a:r>
            <a:r>
              <a:rPr lang="en-US" altLang="zh-CN" sz="1800" b="1" kern="100" dirty="0" err="1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Keras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删除模型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加载模型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预测前</a:t>
            </a:r>
            <a:r>
              <a:rPr lang="en-US" altLang="zh-CN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9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张图片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BC9A2A-4535-455F-A441-388A8EB9B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301" y="1341181"/>
            <a:ext cx="6702998" cy="417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2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711885"/>
          </a:xfrm>
        </p:spPr>
        <p:txBody>
          <a:bodyPr>
            <a:normAutofit/>
          </a:bodyPr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功能模型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画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卷积权重的辅助函数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得到层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卷积权重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画卷积层输出的辅助函数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输出图像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卷积层输出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C78D35-D8B3-4B48-810E-242A18614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81" y="588533"/>
            <a:ext cx="7775934" cy="61750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1CA1C48-2A7D-4A54-A2A6-0B0809E40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986" y="588533"/>
            <a:ext cx="6959634" cy="609677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5968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1F97B-CCC5-43BD-9976-042EDCC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711885"/>
          </a:xfrm>
        </p:spPr>
        <p:txBody>
          <a:bodyPr>
            <a:normAutofit/>
          </a:bodyPr>
          <a:lstStyle/>
          <a:p>
            <a:pPr algn="just">
              <a:lnSpc>
                <a:spcPct val="155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功能模型 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sz="1800" b="1" kern="1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画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卷积权重的辅助函数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得到层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卷积权重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画卷积层输出的辅助函数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输出图像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800" b="1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卷积层输出</a:t>
            </a:r>
            <a:endParaRPr lang="en-US" altLang="zh-CN" sz="1800" b="1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99948C-FC31-4C8C-8DA0-DA2510DDA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312"/>
            <a:ext cx="7003088" cy="54085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AE5129-2F99-4A3F-8457-F26720EA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439" y="953312"/>
            <a:ext cx="4974210" cy="203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3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933</Words>
  <Application>Microsoft Office PowerPoint</Application>
  <PresentationFormat>宽屏</PresentationFormat>
  <Paragraphs>57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黑体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定权</dc:creator>
  <cp:lastModifiedBy>黄 定权</cp:lastModifiedBy>
  <cp:revision>13</cp:revision>
  <dcterms:created xsi:type="dcterms:W3CDTF">2020-11-23T01:26:44Z</dcterms:created>
  <dcterms:modified xsi:type="dcterms:W3CDTF">2020-11-23T08:34:51Z</dcterms:modified>
</cp:coreProperties>
</file>